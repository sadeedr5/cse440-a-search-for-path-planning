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Outfit Extra Bold" panose="020B0604020202020204" charset="0"/>
      <p:regular r:id="rId16"/>
    </p:embeddedFont>
    <p:embeddedFont>
      <p:font typeface="Arimo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2319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48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77" y="470986"/>
            <a:ext cx="7556421" cy="318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31971"/>
                </a:solidFill>
                <a:effectLst/>
                <a:uLnTx/>
                <a:uFillTx/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Design an autonomous robot for indoor navigation using A* search for path planning while avoiding obstacles. Equipped with sensors, it dynamically updates its environment knowledge, ensuring real-time path adjustments. </a:t>
            </a:r>
          </a:p>
          <a:p>
            <a:pPr marL="0" marR="0" lvl="0" indent="0" algn="ctr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231971"/>
                </a:solidFill>
                <a:latin typeface="Outfit Extra Bold" pitchFamily="34" charset="0"/>
              </a:rPr>
              <a:t>	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657600"/>
            <a:ext cx="7556421" cy="234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60199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756440" y="6003012"/>
            <a:ext cx="372284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CB3A58F-EC5E-41C4-BCF4-2857E7DF8A34}"/>
              </a:ext>
            </a:extLst>
          </p:cNvPr>
          <p:cNvSpPr txBox="1"/>
          <p:nvPr/>
        </p:nvSpPr>
        <p:spPr>
          <a:xfrm>
            <a:off x="6280190" y="3760839"/>
            <a:ext cx="781926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Md </a:t>
            </a:r>
            <a:r>
              <a:rPr lang="en-US" sz="2000" b="1" dirty="0" err="1">
                <a:solidFill>
                  <a:srgbClr val="002060"/>
                </a:solidFill>
              </a:rPr>
              <a:t>Sadikur</a:t>
            </a:r>
            <a:r>
              <a:rPr lang="en-US" sz="2000" b="1" dirty="0">
                <a:solidFill>
                  <a:srgbClr val="002060"/>
                </a:solidFill>
              </a:rPr>
              <a:t> Rahman </a:t>
            </a:r>
            <a:r>
              <a:rPr lang="en-US" sz="2000" b="1" dirty="0" err="1">
                <a:solidFill>
                  <a:srgbClr val="002060"/>
                </a:solidFill>
              </a:rPr>
              <a:t>Sadeed</a:t>
            </a:r>
            <a:r>
              <a:rPr lang="en-US" sz="2000" b="1" dirty="0">
                <a:solidFill>
                  <a:srgbClr val="002060"/>
                </a:solidFill>
              </a:rPr>
              <a:t>    2112251042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2060"/>
                </a:solidFill>
              </a:rPr>
              <a:t>Md.Esak</a:t>
            </a:r>
            <a:r>
              <a:rPr lang="en-US" sz="2000" b="1" dirty="0">
                <a:solidFill>
                  <a:srgbClr val="002060"/>
                </a:solidFill>
              </a:rPr>
              <a:t> Ali        1921789042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2060"/>
                </a:solidFill>
              </a:rPr>
              <a:t>Ahanaf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err="1">
                <a:solidFill>
                  <a:srgbClr val="002060"/>
                </a:solidFill>
              </a:rPr>
              <a:t>Tahomid</a:t>
            </a:r>
            <a:r>
              <a:rPr lang="en-US" sz="2000" b="1" dirty="0">
                <a:solidFill>
                  <a:srgbClr val="002060"/>
                </a:solidFill>
              </a:rPr>
              <a:t>  1831920642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</a:rPr>
              <a:t>Md. Iftekhar Mahmood  2013525042 	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	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Node Class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Essential Element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Node class is a fundamental part of the A* path planning algorithm. It represents a position within the environment and stores information related to the path planning process.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Node object holds its position coordinates, the cost of reaching it, and the cost to reach the goal from it. This data enables the efficient calculation of optimal paths.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36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Node Class Structure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72546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50698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Position (x, y): Coordinates of the node within the environment.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331131"/>
            <a:ext cx="7556421" cy="1194673"/>
          </a:xfrm>
          <a:prstGeom prst="roundRect">
            <a:avLst>
              <a:gd name="adj" fmla="val 7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4624" y="356556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Parent Node: Reference to the node from which this node was reached.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752618"/>
            <a:ext cx="7556421" cy="1194673"/>
          </a:xfrm>
          <a:prstGeom prst="roundRect">
            <a:avLst>
              <a:gd name="adj" fmla="val 7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498705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Path Cost (g): The cost of reaching this node from the starting position.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6174105"/>
            <a:ext cx="7556421" cy="831771"/>
          </a:xfrm>
          <a:prstGeom prst="roundRect">
            <a:avLst>
              <a:gd name="adj" fmla="val 114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640853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Heuristic Cost (h): Estimated cost of reaching the goal from this node.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2234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Node Class Features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57128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365075"/>
            <a:ext cx="30054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Position Tracking: Maintains the (x, y) coordinates of the node within the grid representing the environment.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446" y="4571286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39446" y="5365075"/>
            <a:ext cx="30056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Parent-Child Relationships: Stores a reference to the parent node, allowing for path reconstruction from goal to start.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221" y="4571286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485221" y="5365075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Cost Calculations: Calculates the path cost (g) and heuristic cost (h) to guide the search algorithm.</a:t>
            </a:r>
            <a:endParaRPr lang="en-US" sz="17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0997" y="4571286"/>
            <a:ext cx="566976" cy="5669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0830997" y="5365075"/>
            <a:ext cx="300561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Priority Queue Compatibility: Implements the necessary methods to be used with a priority queue, enabling efficient node sorting for A* search.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57842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Robot Class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Robot Functionality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Robot class encapsulates the functionalities of a mobile robot, including its physical characteristics, movement capabilities, and interaction with the environment.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class implements unicycle model kinematics, enabling the robot to move and rotate based on its wheel velocities. It also handles path planning and obstacle avoidance, ensuring safe navigation.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49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Robot Parameters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70666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36489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92880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(x, y)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54704" y="2470666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Orientation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4704" y="3992880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(θ)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15738" y="2470666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58438" y="350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Wheel Radius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15738" y="3992880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024188" y="5149572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3667006" y="6181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Base Width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24188" y="6671786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85221" y="5149572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8128040" y="61813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Sensor Range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85221" y="6671786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365" y="567095"/>
            <a:ext cx="4785836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Functionalities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431994" y="1452443"/>
            <a:ext cx="22860" cy="6209943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6635889" y="1871543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6228100" y="1667708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7405" y="1739384"/>
            <a:ext cx="11203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496294" y="1643777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Motion Control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496294" y="2057638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Implementation of control algorithms to move the robot along a desired path, ensuring accurate trajectory following and obstacle avoidance.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35889" y="3471863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6228100" y="3268028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0735" y="3339703"/>
            <a:ext cx="165378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7496294" y="3244096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Path Planning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496294" y="3657957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Utilizing the A* search algorithm, planning a collision-free path from the current robot position to the target location.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35889" y="5072182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6228100" y="4868347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1688" y="4940022"/>
            <a:ext cx="16335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496294" y="4844415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Obstacle Detection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496294" y="5258276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Utilizing sensors to detect obstacles in the environment, dynamically updating the map to avoid collisions during navigation.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635889" y="6672501"/>
            <a:ext cx="669965" cy="22860"/>
          </a:xfrm>
          <a:prstGeom prst="roundRect">
            <a:avLst>
              <a:gd name="adj" fmla="val 351720"/>
            </a:avLst>
          </a:prstGeom>
          <a:solidFill>
            <a:srgbClr val="BDB8DF"/>
          </a:solidFill>
          <a:ln/>
        </p:spPr>
      </p:sp>
      <p:sp>
        <p:nvSpPr>
          <p:cNvPr id="21" name="Shape 18"/>
          <p:cNvSpPr/>
          <p:nvPr/>
        </p:nvSpPr>
        <p:spPr>
          <a:xfrm>
            <a:off x="6228100" y="6468666"/>
            <a:ext cx="430649" cy="430649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378" y="6540341"/>
            <a:ext cx="175974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7496294" y="6444734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State Visualization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7496294" y="6858595"/>
            <a:ext cx="6464141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Providing a real-time visual representation of the robot's state, including its position, path, obstacles, and map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582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Motion Control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507218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73403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Sensor data: Sensors provide information about the robot's position, orientation, and surrounding environment.</a:t>
            </a:r>
            <a:endParaRPr lang="en-US" sz="1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68103"/>
            <a:ext cx="1134070" cy="154233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68022" y="4094917"/>
            <a:ext cx="608218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 Algorithm: Calculates the desired wheel velocities based on the desired path and current state, ensuring accurate robot movement.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410438"/>
            <a:ext cx="1134070" cy="13608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68022" y="563725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Actuators: Receive control signals from the algorithm and drive the robot's wheels to execute the desired motion.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407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Path Planning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89678"/>
            <a:ext cx="170021" cy="725805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2189678"/>
            <a:ext cx="70462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A* Algorithm: A* search efficiently finds the shortest path from the robot's current position to the goal while taking into account obstacles.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20351" y="3142298"/>
            <a:ext cx="170021" cy="1088708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0534" y="3142298"/>
            <a:ext cx="6706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Dynamic Replanning: The A* algorithm dynamically replanns the path in real-time, adapting to changes in the environment or new obstacle detections.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960632" y="4457819"/>
            <a:ext cx="170021" cy="1088708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70815" y="4457819"/>
            <a:ext cx="636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Obstacle Avoidance: The planned path ensures that the robot avoids collisions with detected obstacles, maintaining safety during navigation.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300913" y="5773341"/>
            <a:ext cx="170021" cy="1088708"/>
          </a:xfrm>
          <a:prstGeom prst="roundRect">
            <a:avLst>
              <a:gd name="adj" fmla="val 5603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1095" y="5773341"/>
            <a:ext cx="602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Goal Tracking: The algorithm continuously tracks the robot's progress towards the goal, adjusting the path as necessary to reach the target.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21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Visualization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550557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41" y="2550557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391" y="2550557"/>
            <a:ext cx="4221599" cy="4221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834" y="787879"/>
            <a:ext cx="879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6600C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Performance Considerations</a:t>
            </a:r>
            <a:endParaRPr lang="en-US" sz="3600" b="1" dirty="0">
              <a:solidFill>
                <a:srgbClr val="6600C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27" y="1903925"/>
            <a:ext cx="6450715" cy="45558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523" y="1897605"/>
            <a:ext cx="6847533" cy="45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29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5239" y="1278193"/>
            <a:ext cx="636147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6600C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Output</a:t>
            </a:r>
            <a:endParaRPr lang="en-US" sz="4400" b="1" dirty="0">
              <a:solidFill>
                <a:srgbClr val="6600C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472" y="2209031"/>
            <a:ext cx="60864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73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923" y="1199535"/>
            <a:ext cx="27222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6600CC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Conclusion</a:t>
            </a:r>
            <a:endParaRPr lang="en-US" sz="4000" b="1" dirty="0">
              <a:solidFill>
                <a:srgbClr val="6600CC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2387" y="2939845"/>
            <a:ext cx="1259030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This implementation provides a solid foundation for robot navigation simulation</a:t>
            </a:r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.</a:t>
            </a:r>
          </a:p>
          <a:p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</a:p>
          <a:p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It 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successfully combines path planning, motion control, and visualization in a comprehensive system</a:t>
            </a:r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.</a:t>
            </a:r>
          </a:p>
          <a:p>
            <a:endParaRPr lang="en-US" sz="20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r>
              <a:rPr lang="en-US" sz="2000" dirty="0" smtClean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 </a:t>
            </a:r>
            <a:r>
              <a:rPr lang="en-US" sz="20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code is well-structured and modular, making it suitable for educational purposes and further development</a:t>
            </a:r>
            <a:endParaRPr lang="en-US" sz="200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69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682</Words>
  <Application>Microsoft Office PowerPoint</Application>
  <PresentationFormat>Custom</PresentationFormat>
  <Paragraphs>85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Outfit Extra Bold</vt:lpstr>
      <vt:lpstr>Arimo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6</cp:revision>
  <dcterms:created xsi:type="dcterms:W3CDTF">2025-02-24T14:58:39Z</dcterms:created>
  <dcterms:modified xsi:type="dcterms:W3CDTF">2025-04-15T02:40:10Z</dcterms:modified>
</cp:coreProperties>
</file>